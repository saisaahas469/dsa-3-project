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sz="2800" b="1">
                <a:solidFill>
                  <a:srgbClr val="C00000"/>
                </a:solidFill>
              </a:rPr>
              <a:t>Data Structures and Algorithms -3 (25CS2103E)</a:t>
            </a:r>
          </a:p>
          <a:p>
            <a:r>
              <a:rPr sz="3600" b="1">
                <a:solidFill>
                  <a:srgbClr val="C00000"/>
                </a:solidFill>
              </a:rPr>
              <a:t>Tree Diameter Finder Using Graph Traversal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b="1" sz="1600">
                <a:solidFill>
                  <a:srgbClr val="0070C0"/>
                </a:solidFill>
              </a:rPr>
              <a:t>Team Members</a:t>
            </a:r>
          </a:p>
          <a:p>
            <a:r>
              <a:rPr b="0" sz="1400">
                <a:solidFill>
                  <a:srgbClr val="1A1A1A"/>
                </a:solidFill>
              </a:rPr>
              <a:t>Lohith Sanapala (2520030023)</a:t>
            </a:r>
          </a:p>
          <a:p>
            <a:r>
              <a:rPr b="0" sz="1400">
                <a:solidFill>
                  <a:srgbClr val="1A1A1A"/>
                </a:solidFill>
              </a:rPr>
              <a:t>Saahas Vaddi (2520030256)</a:t>
            </a:r>
          </a:p>
          <a:p>
            <a:r>
              <a:rPr b="0" sz="1400">
                <a:solidFill>
                  <a:srgbClr val="1A1A1A"/>
                </a:solidFill>
              </a:rPr>
              <a:t>Rithwik Rapaka (2520030427)</a:t>
            </a:r>
          </a:p>
          <a:p>
            <a:r>
              <a:rPr b="0" sz="1400">
                <a:solidFill>
                  <a:srgbClr val="1A1A1A"/>
                </a:solidFill>
              </a:rPr>
              <a:t>Team Number: 9      Section: 5</a:t>
            </a:r>
          </a:p>
          <a:p>
            <a:r>
              <a:rPr b="0" sz="1000">
                <a:solidFill>
                  <a:srgbClr val="1A1A1A"/>
                </a:solidFill>
              </a:rPr>
              <a:t/>
            </a:r>
          </a:p>
          <a:p>
            <a:r>
              <a:rPr b="1" sz="1400">
                <a:solidFill>
                  <a:srgbClr val="1A1A1A"/>
                </a:solidFill>
              </a:rPr>
              <a:t>Under the Esteemed Guidance of</a:t>
            </a:r>
          </a:p>
          <a:p>
            <a:r>
              <a:rPr b="0" sz="1400">
                <a:solidFill>
                  <a:srgbClr val="1A1A1A"/>
                </a:solidFill>
              </a:rPr>
              <a:t>&lt;Guide Name&gt;, &lt;Designation, Department&gt;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Finding the diameter of a tree — the longest path between any two nodes — is a classic graph problem.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Given the edges of a tree, the goal is to find the maximum number of edges separating the two farthest-apart nodes.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Proposed solution: a simple two-pass traversal (DFS/BFS)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Pass 1: run a traversal from any arbitrary node to find the farthest node from it.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Pass 2: run a traversal from that farthest node to find the node farthest from it — this distance is the diameter.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Avoids dynamic programming or heavy preprocessing — efficient and implementable in under 50 lines of code.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Demonstrates core graph traversal concepts with a practical, beginner-friendly algorithm.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A tree is a connected, acyclic graph with N nodes and N-1 edges — used to model hierarchies, networks, and organizational structures.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diameter of a tree is the length (in edges) of the longest path between any two of its nodes.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Applications: network latency analysis, phylogenetic trees, organizational hierarchy analysis, and route planning.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Naive approach: compute shortest path between every pair of nodes — O(N²), too slow for large trees.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This project implements an efficient O(N) two-pass BFS/DFS technique to compute the diameter directly.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Goal: build a correct, efficient, and easy-to-understand implementation using standard graph traversal.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Brute-force all-pairs approach: run BFS/DFS from every node and take the maximum eccentricity — O(N²) time.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Dynamic-programming / rerooting technique: computes the two longest downward paths at each node in a single DFS — O(N) but more complex to implement.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Two-BFS (or two-DFS) method: proven property that a BFS from any node reaches one endpoint of the diameter; a second BFS from that node reaches the other endpoint.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This project adopts the two-pass BFS/DFS method for its simplicity and linear O(V+E) time complexity.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Well-suited for coursework: minimal code, no auxiliary data structures beyond an adjacency list and a visited/distance array.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1">
                <a:solidFill>
                  <a:srgbClr val="1A1A1A"/>
                </a:solidFill>
                <a:latin typeface="Calibri"/>
              </a:rPr>
              <a:t>Problem Statement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Given a tree with N nodes described by its N-1 edges, determine the diameter — the maximum number of edges on any path between two nodes.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1">
                <a:solidFill>
                  <a:srgbClr val="1A1A1A"/>
                </a:solidFill>
                <a:latin typeface="Calibri"/>
              </a:rPr>
              <a:t>Objectives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Represent the tree efficiently using an adjacency list built from the given edges.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Implement a traversal (BFS or DFS) to find the farthest node from an arbitrary start node.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Run a second traversal from that farthest node to find the true diameter endpoints and distance.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Achieve linear O(V+E) time and space complexity without dynamic programming.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Validate the algorithm on multiple sample trees of varying shapes and sizes.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96000" y="115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Start: Read tree edges &amp; build adjacency list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06000" y="176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96000" y="187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Run BFS/DFS from an arbitrary node u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6000" y="248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6000" y="259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Find node A = farthest node from u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6000" y="320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96000" y="331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Run BFS/DFS again, starting from node 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06000" y="392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96000" y="403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Find node B = farthest node from 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6000" y="4640000"/>
            <a:ext cx="180000" cy="10000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6000" y="4750000"/>
            <a:ext cx="42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Diameter = distance(A, B)  — 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algorithm was tested on several sample trees of varying size and shape (chains, balanced, and skewed trees).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Example: for a 7-node tree, the two-pass BFS correctly identified the diameter endpoints and reported a diameter of 4 edges.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Correctness verified by cross-checking against the brute-force all-pairs shortest path method on small trees.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Time complexity observed: O(V + E), confirmed by measuring traversal counts against increasing tree sizes.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Space complexity: O(V) for the adjacency list, visited array, and distance array.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implementation stayed under 50 lines of core logic, meeting the project's efficiency and simplicity goals.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1">
                <a:solidFill>
                  <a:srgbClr val="1A1A1A"/>
                </a:solidFill>
                <a:latin typeface="Calibri"/>
              </a:rPr>
              <a:t>Hardware Requirements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Processor: Intel i3 / AMD Ryzen 3 or higher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RAM: 4 GB minimum (8 GB recommended)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Storage: 500 MB free disk space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1">
                <a:solidFill>
                  <a:srgbClr val="1A1A1A"/>
                </a:solidFill>
                <a:latin typeface="Calibri"/>
              </a:rPr>
              <a:t>Software Requirements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Operating System: Windows / Linux / macOS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Programming Language: Python 3.x / C++ (implementation language)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IDE / Editor: VS Code, PyCharm, or any equivalent compiler/IDE</a:t>
            </a:r>
          </a:p>
          <a:p>
            <a:pPr algn="l" marL="457200" indent="-228600">
              <a:lnSpc>
                <a:spcPct val="115000"/>
              </a:lnSpc>
              <a:spcAft>
                <a:spcPts val="600"/>
              </a:spcAft>
              <a:buFont typeface="Arial"/>
              <a:buChar char="–"/>
            </a:pPr>
            <a:r>
              <a:rPr sz="1700" b="0">
                <a:solidFill>
                  <a:srgbClr val="404040"/>
                </a:solidFill>
                <a:latin typeface="Calibri"/>
              </a:rPr>
              <a:t>Version Control: Git &amp; GitHub for 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two-pass BFS/DFS technique efficiently computes the diameter of a tree in O(V + E) time.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approach avoids the overhead of dynamic programming or complex preprocessing seen in alternative methods.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Testing on multiple tree structures confirmed the correctness and efficiency of the implementation.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The project reinforces core graph traversal concepts (BFS/DFS) and their practical application to tree-based distance problems.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Delivers a simple, beginner-friendly, and reusable algorithm suitable for real-world tree/network analysis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0000" y="1150000"/>
            <a:ext cx="875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Extend the algorithm to weighted trees, where the diameter is measured by total edge weight rather than edge count.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Support dynamic trees where edges are added/removed, using incremental or amortized diameter updates.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Generalize the approach to general graphs by first extracting a spanning tree.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Add a visualization layer to animate the two BFS/DFS passes and highlight the diameter path.</a:t>
            </a:r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●"/>
            </a:pPr>
            <a:r>
              <a:rPr sz="2000" b="0">
                <a:solidFill>
                  <a:srgbClr val="1A1A1A"/>
                </a:solidFill>
                <a:latin typeface="Calibri"/>
              </a:rPr>
              <a:t>Explore parallelized traversal for very large trees (e.g., large-scale network topologies).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